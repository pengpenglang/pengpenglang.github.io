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748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B52BA-D955-2F6D-80D0-74F9EC7F4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793DEF-29E6-8CD4-4DF7-701996BB6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34267C-7E65-A723-751E-3D2D3BD9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F5BEC-74A7-1429-5CFE-51F79CB6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33A0A-0D1F-9B30-75F2-DD7DEFC3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12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77C6C-27C2-2CC8-C9CA-CD42891E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B6D7E-7ABC-2D9B-BCB1-E1B55816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B7F48-4BAA-CB39-16B9-34C84FC6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54BA97-09EA-8EDA-7D12-508EF6FD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0EDD04-296E-C1A9-3F25-66C759E1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6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E745E-481A-6D0D-8142-0571F422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CB399-60BC-2461-8BA9-5406B5CEE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2FAF0-364F-1A79-718C-CE2CD152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9D093-A6FB-518C-A466-0717194E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389DC-5958-CD7B-3BFA-45515614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9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81CC9-DE2F-2234-FAD4-F628C2D5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F9B9C-AB80-A0A5-1539-86ECA99C5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28193-66CB-3850-4BB9-64CA10D23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D8787D-B471-768F-8DE8-59DCC3B7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4C645D-55F6-8EFB-903E-75057C93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C9DCA-2E25-C7BD-F857-1862E4A7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71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09C43-0495-1ABF-B66D-7D7FE19B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E5012-6228-B7D6-B1D6-ED57AAD9B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D9EC3B-658E-55AD-ED8E-7C8B6D87A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DB751A-35AB-88E3-8BB9-B581E00C0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860C44-385A-CF94-EA8F-243021B26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7368EE-5CB0-5520-FF05-248046B5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14E2DA-C598-2E7C-68B5-24BE77DD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1059BA-BF6A-AA65-C059-98A534CB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70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00D8E-90C6-8042-AE0E-0795C567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071EBC-9E66-DEFE-0D02-0A36B016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3FB9AE-4A01-8A38-0C9E-ED641356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C4C6D0-2E64-A42A-2EC3-00528DB2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7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E4A18-F304-CB52-7713-2E3EA32A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5E4F75-A970-98CF-DE37-8455E26F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FEFD8-33C5-AB1F-5713-3FABCCF6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4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9468A-0807-D895-E10F-82AD19D0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E3E84-E8BC-59CA-DFDD-0D1DBC99F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69DD16-6985-48EF-55CD-8F4C195E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60692A-88B5-4298-BC58-D3EE3DC5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17BDC5-A87A-D63A-A94F-879806FF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F4BB4A-AAEC-2026-B6BC-C27728DF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C1FE1-E6FE-9C01-1B74-458818AC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2A9421-A74C-83E6-378A-2F640D548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1097A2-F89F-123E-536D-6B0F5050C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A2323F-FA01-77EA-5D71-BEDFBDCC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D06B26-572E-5115-6F73-34798605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EA218E-1A5B-FD9E-1358-550A4B65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79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C79A2-A6E8-AD85-4365-FCF5D883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829964-5B10-15E6-1AB9-0DE7FE816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1CB5A-68F4-CBAD-688D-3AE0A629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E8D28-1A99-8B2E-CE43-6A0BCD08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14788-3790-A90D-DE3B-0A20C538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88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F0C364-5737-2840-6CE6-27CBF221A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FDF37F-CB85-2EAF-4743-E546240F1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E99A5-758D-7D1E-0BB8-9ABFB953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B283F-6F5E-0BB1-192B-E122B139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CD4EBC-311B-4742-D54C-29B2844A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70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AC6F3B-0068-6F4C-C0C5-1EC5F7F2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75E3E8-6EB0-2F31-EF0E-44E25127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38183-8597-5F5B-2AF8-A35C05184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0AB09-99D3-4E56-ADD6-87FA39D7F25E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3F928-1FC1-96D9-F3AC-36D96F00E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FE7C8-EDB0-23BB-512C-8BAE1260A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51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EAF4296-179C-A039-8FA5-B06299C6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22" y="3580868"/>
            <a:ext cx="8898556" cy="21052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800E58-41EF-B904-45EA-FE32E927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103" y="1203159"/>
            <a:ext cx="2735225" cy="23097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35D62D-EBF7-D68D-5968-6CC9F7DF7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722" y="1203159"/>
            <a:ext cx="3354405" cy="22754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6AF1A62-A729-4702-8A09-B24BACA57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785" y="1203159"/>
            <a:ext cx="2268341" cy="224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4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A9AB-3A13-A98F-D317-70A0497C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2E135A-5AD1-8ABD-86A7-8A2B58294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53" y="935599"/>
            <a:ext cx="4935847" cy="24934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28B62DE-2352-640C-D646-56859321EF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64"/>
          <a:stretch>
            <a:fillRect/>
          </a:stretch>
        </p:blipFill>
        <p:spPr>
          <a:xfrm>
            <a:off x="6260122" y="935599"/>
            <a:ext cx="4337907" cy="243986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1CD0AB-D5C2-39B1-C839-79B35E86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53" y="3482540"/>
            <a:ext cx="9437876" cy="239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5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4683-C4E3-E745-2719-1FBB1697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CB749D31-A6BF-E9A1-EF26-6DD4341AD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3067" y="3419493"/>
            <a:ext cx="9342081" cy="2573197"/>
          </a:xfrm>
          <a:prstGeom prst="rect">
            <a:avLst/>
          </a:prstGeom>
        </p:spPr>
      </p:pic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E21E9191-3350-CBD8-F695-A7A2B1B381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32" b="-1"/>
          <a:stretch>
            <a:fillRect/>
          </a:stretch>
        </p:blipFill>
        <p:spPr>
          <a:xfrm>
            <a:off x="1160153" y="891567"/>
            <a:ext cx="6260122" cy="1263963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0CD468C1-D70B-FDD1-B0EF-C491FEE16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53" y="2190366"/>
            <a:ext cx="5623824" cy="1120510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F39D5356-056D-38BE-0F1C-4934D17E4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22" y="825137"/>
            <a:ext cx="2945426" cy="26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41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文鹏 郎</dc:creator>
  <cp:lastModifiedBy>文鹏 郎</cp:lastModifiedBy>
  <cp:revision>3</cp:revision>
  <dcterms:created xsi:type="dcterms:W3CDTF">2025-11-14T07:10:12Z</dcterms:created>
  <dcterms:modified xsi:type="dcterms:W3CDTF">2026-01-26T14:20:40Z</dcterms:modified>
</cp:coreProperties>
</file>