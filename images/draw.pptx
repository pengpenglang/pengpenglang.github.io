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>
        <p:scale>
          <a:sx n="200" d="100"/>
          <a:sy n="200" d="100"/>
        </p:scale>
        <p:origin x="-1252" y="-107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FB52BA-D955-2F6D-80D0-74F9EC7F4E4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9793DEF-29E6-8CD4-4DF7-701996BB60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34267C-7E65-A723-751E-3D2D3BD97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0AB09-99D3-4E56-ADD6-87FA39D7F25E}" type="datetimeFigureOut">
              <a:rPr lang="zh-CN" altLang="en-US" smtClean="0"/>
              <a:t>2025/11/14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AF5BEC-74A7-1429-5CFE-51F79CB671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A533A0A-0D1F-9B30-75F2-DD7DEFC3A4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78665-8349-4675-AD24-F8D3CFDE6F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61299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677C6C-27C2-2CC8-C9CA-CD42891EE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91B6D7E-7ABC-2D9B-BCB1-E1B55816C1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6DB7F48-4BAA-CB39-16B9-34C84FC62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0AB09-99D3-4E56-ADD6-87FA39D7F25E}" type="datetimeFigureOut">
              <a:rPr lang="zh-CN" altLang="en-US" smtClean="0"/>
              <a:t>2025/11/14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554BA97-09EA-8EDA-7D12-508EF6FD70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0EDD04-296E-C1A9-3F25-66C759E11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78665-8349-4675-AD24-F8D3CFDE6F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39667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9E745E-481A-6D0D-8142-0571F4229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A8CB399-60BC-2461-8BA9-5406B5CEED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EB2FAF0-364F-1A79-718C-CE2CD1524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0AB09-99D3-4E56-ADD6-87FA39D7F25E}" type="datetimeFigureOut">
              <a:rPr lang="zh-CN" altLang="en-US" smtClean="0"/>
              <a:t>2025/11/14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89D093-A6FB-518C-A466-0717194EC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E389DC-5958-CD7B-3BFA-455156143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78665-8349-4675-AD24-F8D3CFDE6F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09531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881CC9-DE2F-2234-FAD4-F628C2D5A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9BF9B9C-AB80-A0A5-1539-86ECA99C5C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7128193-66CB-3850-4BB9-64CA10D234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D8787D-B471-768F-8DE8-59DCC3B71B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0AB09-99D3-4E56-ADD6-87FA39D7F25E}" type="datetimeFigureOut">
              <a:rPr lang="zh-CN" altLang="en-US" smtClean="0"/>
              <a:t>2025/11/14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94C645D-55F6-8EFB-903E-75057C939E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5AC9DCA-2E25-C7BD-F857-1862E4A751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78665-8349-4675-AD24-F8D3CFDE6F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17166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8D09C43-0495-1ABF-B66D-7D7FE19B4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F4E5012-6228-B7D6-B1D6-ED57AAD9BE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C2D9EC3B-658E-55AD-ED8E-7C8B6D87AA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8DB751A-35AB-88E3-8BB9-B581E00C03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4860C44-385A-CF94-EA8F-243021B268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C7368EE-5CB0-5520-FF05-248046B54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0AB09-99D3-4E56-ADD6-87FA39D7F25E}" type="datetimeFigureOut">
              <a:rPr lang="zh-CN" altLang="en-US" smtClean="0"/>
              <a:t>2025/11/14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F14E2DA-C598-2E7C-68B5-24BE77DD14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141059BA-BF6A-AA65-C059-98A534CB2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78665-8349-4675-AD24-F8D3CFDE6F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97057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300D8E-90C6-8042-AE0E-0795C567E0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C071EBC-9E66-DEFE-0D02-0A36B016F1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0AB09-99D3-4E56-ADD6-87FA39D7F25E}" type="datetimeFigureOut">
              <a:rPr lang="zh-CN" altLang="en-US" smtClean="0"/>
              <a:t>2025/11/14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383FB9AE-4A01-8A38-0C9E-ED6413565D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7C4C6D0-2E64-A42A-2EC3-00528DB29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78665-8349-4675-AD24-F8D3CFDE6F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0798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D49E4A18-F304-CB52-7713-2E3EA32AB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0AB09-99D3-4E56-ADD6-87FA39D7F25E}" type="datetimeFigureOut">
              <a:rPr lang="zh-CN" altLang="en-US" smtClean="0"/>
              <a:t>2025/11/14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F5E4F75-A970-98CF-DE37-8455E26FF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48FEFD8-33C5-AB1F-5713-3FABCCF69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78665-8349-4675-AD24-F8D3CFDE6F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265441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C9468A-0807-D895-E10F-82AD19D0AB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57E3E84-E8BC-59CA-DFDD-0D1DBC99F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69DD16-6985-48EF-55CD-8F4C195EB0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160692A-88B5-4298-BC58-D3EE3DC508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0AB09-99D3-4E56-ADD6-87FA39D7F25E}" type="datetimeFigureOut">
              <a:rPr lang="zh-CN" altLang="en-US" smtClean="0"/>
              <a:t>2025/11/14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517BDC5-A87A-D63A-A94F-879806FF4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AF4BB4A-AAEC-2026-B6BC-C27728DFD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78665-8349-4675-AD24-F8D3CFDE6F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1489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39C1FE1-E6FE-9C01-1B74-458818AC1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52A9421-A74C-83E6-378A-2F640D5488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61097A2-F89F-123E-536D-6B0F5050CE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6A2323F-FA01-77EA-5D71-BEDFBDCC87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0AB09-99D3-4E56-ADD6-87FA39D7F25E}" type="datetimeFigureOut">
              <a:rPr lang="zh-CN" altLang="en-US" smtClean="0"/>
              <a:t>2025/11/14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D06B26-572E-5115-6F73-34798605A3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CEA218E-1A5B-FD9E-1358-550A4B65C6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78665-8349-4675-AD24-F8D3CFDE6F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87941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8C79A2-A6E8-AD85-4365-FCF5D8833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B829964-5B10-15E6-1AB9-0DE7FE8166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E31CB5A-68F4-CBAD-688D-3AE0A62938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0AB09-99D3-4E56-ADD6-87FA39D7F25E}" type="datetimeFigureOut">
              <a:rPr lang="zh-CN" altLang="en-US" smtClean="0"/>
              <a:t>2025/11/14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CBE8D28-1A99-8B2E-CE43-6A0BCD08D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1714788-3790-A90D-DE3B-0A20C5382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78665-8349-4675-AD24-F8D3CFDE6F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08820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3F0C364-5737-2840-6CE6-27CBF221A78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8FDF37F-CB85-2EAF-4743-E546240F18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31E99A5-758D-7D1E-0BB8-9ABFB953C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30AB09-99D3-4E56-ADD6-87FA39D7F25E}" type="datetimeFigureOut">
              <a:rPr lang="zh-CN" altLang="en-US" smtClean="0"/>
              <a:t>2025/11/14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AAB283F-6F5E-0BB1-192B-E122B139D5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6CD4EBC-311B-4742-D54C-29B2844A4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78665-8349-4675-AD24-F8D3CFDE6F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9702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9AC6F3B-0068-6F4C-C0C5-1EC5F7F264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75E3E8-6EB0-2F31-EF0E-44E25127FE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DA38183-8597-5F5B-2AF8-A35C05184CB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30AB09-99D3-4E56-ADD6-87FA39D7F25E}" type="datetimeFigureOut">
              <a:rPr lang="zh-CN" altLang="en-US" smtClean="0"/>
              <a:t>2025/11/14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C53F928-1FC1-96D9-F3AC-36D96F00EB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41FE7C8-EDB0-23BB-512C-8BAE1260AC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D78665-8349-4675-AD24-F8D3CFDE6FC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435143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0EAF4296-179C-A039-8FA5-B06299C6F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722" y="3580868"/>
            <a:ext cx="8898556" cy="2105256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FD800E58-41EF-B904-45EA-FE32E92736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1103" y="1203159"/>
            <a:ext cx="2735225" cy="230979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1035D62D-EBF7-D68D-5968-6CC9F7DF7B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46722" y="1203159"/>
            <a:ext cx="3354405" cy="2275480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76AF1A62-A729-4702-8A09-B24BACA574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0785" y="1203159"/>
            <a:ext cx="2268341" cy="2247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8430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AA9AB-3A13-A98F-D317-70A0497CE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图片 7">
            <a:extLst>
              <a:ext uri="{FF2B5EF4-FFF2-40B4-BE49-F238E27FC236}">
                <a16:creationId xmlns:a16="http://schemas.microsoft.com/office/drawing/2014/main" id="{C92E135A-5AD1-8ABD-86A7-8A2B582940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0153" y="935599"/>
            <a:ext cx="4935847" cy="2493401"/>
          </a:xfrm>
          <a:prstGeom prst="rect">
            <a:avLst/>
          </a:prstGeom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328B62DE-2352-640C-D646-56859321EF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4664"/>
          <a:stretch>
            <a:fillRect/>
          </a:stretch>
        </p:blipFill>
        <p:spPr>
          <a:xfrm>
            <a:off x="6260122" y="935599"/>
            <a:ext cx="4337907" cy="2439862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1C1CD0AB-D5C2-39B1-C839-79B35E8657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0153" y="3482540"/>
            <a:ext cx="9437876" cy="2395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92575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0</Words>
  <Application>Microsoft Office PowerPoint</Application>
  <PresentationFormat>宽屏</PresentationFormat>
  <Paragraphs>0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文鹏 郎</dc:creator>
  <cp:lastModifiedBy>文鹏 郎</cp:lastModifiedBy>
  <cp:revision>2</cp:revision>
  <dcterms:created xsi:type="dcterms:W3CDTF">2025-11-14T07:10:12Z</dcterms:created>
  <dcterms:modified xsi:type="dcterms:W3CDTF">2025-11-14T07:24:22Z</dcterms:modified>
</cp:coreProperties>
</file>